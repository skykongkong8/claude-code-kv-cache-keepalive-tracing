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이야기로 배우기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Apple SD Gothic Neo"/>
              </a:rPr>
              <a:t>책을 톡톡 건드리는 친구가 정말 필요할까?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Apple SD Gothic Neo"/>
              </a:rPr>
              <a:t>AI의 '캐시'를 쉬운 비유로 풀어 보는 이야기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Claude Code · 쉬운 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Apple SD Gothic Neo"/>
              </a:rPr>
              <a:t>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쉬운 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결론: 지금 환경에선 이 친구(플러그인)를 꺼두는 게 좋아요. 책은 알아서 1시간 동안 책상에 펼쳐져 있으니까요. 7분 자리를 비워도 책은 그대로예요. 그래서 톡톡 건드릴 필요가 없어요.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Apple SD Gothic Neo"/>
              </a:rPr>
              <a:t>AX Labs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AI는 매번 처음부터 다시 읽어야 해요 — 그래서 '책'을 펼쳐 둬요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AI한테 말을 걸 때마다 일어나는 일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141220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12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매번 다시 읽기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AI는 한 마디 할 때마다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지금까지 한 이야기를 처음부터 다시 읽어요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그래서 시간이 오래 걸려요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63473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3473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2231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책상에 펼쳐 두기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42359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그래서 책(대화)을 책상에 펼쳐 둬요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이게 바로 '캐시'예요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펼쳐 두면 다음에 빨리 볼 수 있어요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12825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2825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1583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다시 보면 빨라요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3588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이미 펼쳐진 책을 보는 건 쉽고 빨라요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처음부터 펼치는 것보다 훨씬 싸요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그게 캐시를 쓰는 이유예요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책이 '따뜻하다' vs '식었다(콜드)' — 무슨 뜻일까요?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2728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따뜻한 책 (그대로 펼쳐져 있음)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책이 책상에 그대로 펼쳐져 있어요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보던 페이지를 바로 다시 볼 수 있어요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빠르고, 거의 공짜예요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327" y="1371600"/>
            <a:ext cx="5272887" cy="502920"/>
          </a:xfrm>
          <a:prstGeom prst="rect">
            <a:avLst/>
          </a:prstGeom>
          <a:solidFill>
            <a:srgbClr val="F4C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식은 책 (덮여서 다시 펼쳐야 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누가 책을 덮어 버렸어요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처음부터 다시 펼쳐야 해요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오래 걸리고, 비싸요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5807" y="3451860"/>
            <a:ext cx="640080" cy="731520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책을 '새로 펼치기'는 비싸고, '펼쳐진 책 보기'는 싸요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10배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펼쳐진 책을 보는 건, 책을 새로 펼치는 것보다 훨씬 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책을 새로 펼치기(cache write)는 힘들고 비싸요. 이미 펼쳐진 책 보기(cache read)는 쉽고 싸요. 차이가 10배도 넘어요.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책상은 1시간 동안 안 치워요 — 이게 'TTL'이에요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1시간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자리를 비워도 책이 그대로 펼쳐져 있는 시간 (TTL)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여기선 책상을 1시간 동안 안 치워요. 그래서 7분쯤 자리를 비워도 책은 그대로 펼쳐져 있어요. 1시간이 지나야 누가 책을 덮어 버려요.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플러그인은 '혹시 책 치울까 봐' 책을 톡톡 건드리는 친구예요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이 친구가 하는 일과, 그 대가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141220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12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톡톡 건드리기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7분마다 책을 톡톡 건드려요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'책 치우지 마세요!' 하는 거예요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책을 따뜻하게(펼쳐진 채) 두려는 거죠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63473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3473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2231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그런데…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42359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여긴 1시간 동안 책을 안 치워요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가지고는 책이 안 덮여요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그래서 건드릴 필요가 없어요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12825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2825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🎟️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1583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티켓 낭비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3588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건드릴 때마다 '요청 티켓' 한 장을 써요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아낀 건 없는데 티켓만 닳아요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그래서 손해예요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우리 요금제는 '티켓'으로 닳아요 — 글자 수가 아니라요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5시간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이만큼의 시간 동안 쓸 수 있는 '요청 티켓 묶음'이 있어요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구독 요금제는 글자(토큰)를 얼마나 썼는지가 아니라, 몇 번 부탁(요청)했는지로 닳아요. 책을 톡톡 건드리는 것도 티켓 한 장을 그냥 써 버리는 거예요.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우리는 다섯 가지 경우를 직접 해 봤어요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친구(플러그인)를 켰을 때와 껐을 때를 비교했어요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가-끄기</a:t>
            </a:r>
          </a:p>
        </p:txBody>
      </p:sp>
      <p:sp>
        <p:nvSpPr>
          <p:cNvPr id="14" name="Oval 13"/>
          <p:cNvSpPr/>
          <p:nvPr/>
        </p:nvSpPr>
        <p:spPr>
          <a:xfrm>
            <a:off x="131243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243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숙제 A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친구 꺼둠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7172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7172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612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가-켜기</a:t>
            </a:r>
          </a:p>
        </p:txBody>
      </p:sp>
      <p:sp>
        <p:nvSpPr>
          <p:cNvPr id="20" name="Oval 19"/>
          <p:cNvSpPr/>
          <p:nvPr/>
        </p:nvSpPr>
        <p:spPr>
          <a:xfrm>
            <a:off x="3608130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8130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612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숙제 A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친구 켜둠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2865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2865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4305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나-끄기</a:t>
            </a:r>
          </a:p>
        </p:txBody>
      </p:sp>
      <p:sp>
        <p:nvSpPr>
          <p:cNvPr id="26" name="Oval 25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4305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숙제 B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친구 꺼둠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8557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8557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9997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나-켜기</a:t>
            </a:r>
          </a:p>
        </p:txBody>
      </p:sp>
      <p:sp>
        <p:nvSpPr>
          <p:cNvPr id="32" name="Oval 31"/>
          <p:cNvSpPr/>
          <p:nvPr/>
        </p:nvSpPr>
        <p:spPr>
          <a:xfrm>
            <a:off x="8199516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9516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9997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숙제 B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친구 켜둠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425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425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569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오래-쉬기</a:t>
            </a:r>
          </a:p>
        </p:txBody>
      </p:sp>
      <p:sp>
        <p:nvSpPr>
          <p:cNvPr id="38" name="Oval 37"/>
          <p:cNvSpPr/>
          <p:nvPr/>
        </p:nvSpPr>
        <p:spPr>
          <a:xfrm>
            <a:off x="1049520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9520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569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한계 실험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친구 꺼둠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70분 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Apple SD Gothic Neo"/>
              </a:rPr>
              <a:t>다섯 번 모두 실제로 해 봤어요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숫자는 어떻게 셌을까요? — AI가 스스로 '영수증'을 줬어요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우리가 손으로 일일이 센 게 아니에요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141220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12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AI가 영수증을 줘요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AI는 대답할 때마다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'책 새로 펼친 양·펼쳐진 책 본 양'을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영수증처럼 같이 알려줘요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63473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3473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2231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공책에 적어 둬요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42359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 영수증이 컴퓨터 공책(파일)에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한 줄씩 차곡차곡 저장돼요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우리가 고치거나 지운 적 없어요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12825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2825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Apple SD Gothic Neo"/>
              </a:rP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1583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모아서 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3588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작은 프로그램이 그 공책을 읽어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다섯 경우의 숫자를 모아 줘요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그래서 믿을 수 있어요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7분 쉬면 책은 그대로! 70분 쉬어야 책이 덮여요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gap-boundary.csv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쉬고 돌아왔을 때, 펼쳐진 책을 봤는지(read) 새로 펼쳤는지(write)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책 보기 양,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1" y="1783080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책 새로 펼치기 (비싸요)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67143" y="1828800"/>
            <a:ext cx="201168" cy="1371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1783080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펼쳐진 책 보기 (싸요)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19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0768" y="5715000"/>
            <a:ext cx="484517" cy="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59121" y="3993641"/>
            <a:ext cx="484517" cy="17213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1961" y="3737609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오래-쉬기(70분)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56376" y="3184398"/>
            <a:ext cx="484517" cy="253060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19216" y="2928365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4729" y="5715000"/>
            <a:ext cx="484517" cy="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가-끄기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1984" y="3266694"/>
            <a:ext cx="484517" cy="2448306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4824" y="3010661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30337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가-켜기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27592" y="2711196"/>
            <a:ext cx="484517" cy="300380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0432" y="245516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65945" y="5625846"/>
            <a:ext cx="484517" cy="8915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28785" y="536981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나-끄기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63200" y="2608326"/>
            <a:ext cx="484517" cy="310667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6040" y="235229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1553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나-켜기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여기서 알 수 있는 것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70분 쉰 경우만 책을 새로 펼쳤어요 (비쌈)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쉰 네 경우는 책이 그대로 펼쳐져 있었어요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그러니까 7분으론 책이 안 덮여요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150번 넘게 봤는데 '5분짜리 책상'은 한 번도 없었어요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책을 새로 펼친 경우는 전부 '1시간짜리 책상'이었어요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플러그인 친구는 '5분 책상'을 걱정해요. 그런데 여긴 5분 책상이 아예 없었어요. 다 1시간 책상이라 걱정할 일이 없었어요.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7분 쉰 경우는 거의 다 잘했고, 70분 쉰 경우만 점수가 뚝 떨어졌어요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kpis.csv (CHR)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펼쳐진 책을 얼마나 잘 다시 봤는지 점수 (높을수록 좋아요)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잘한 점수,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1521" y="2471166"/>
            <a:ext cx="861364" cy="324383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641" y="219684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가-끄기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7129" y="2608326"/>
            <a:ext cx="861364" cy="3106673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4249" y="233400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나-켜기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2737" y="2615184"/>
            <a:ext cx="861364" cy="309981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9857" y="2340864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가-켜기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08345" y="2659761"/>
            <a:ext cx="861364" cy="305523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5465" y="2385441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나-끄기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3953" y="3794760"/>
            <a:ext cx="861364" cy="1920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1073" y="3520440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오래-쉬기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여기서 알 수 있는 것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친구 켠 경우(90점)와 끈 경우(95점)가 거의 같아요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그러니 친구가 점수를 올려 준 게 아니에요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70분 쉰 경우만 56점으로 뚝 떨어졌어요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만약 책상이 '5분'이었다면? 그땐 친구가 도움이 됐을 거예요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counterfactual-5min-ttl.csv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책상이 5분만에 치워진다면, 한 번 쉴 때 드는 비용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드는 비용,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78308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드는 비용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7615" y="2628900"/>
            <a:ext cx="2422588" cy="30861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60455" y="2372868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책 새로 펼치기(친구 없음)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6635" y="5468112"/>
            <a:ext cx="2422588" cy="24688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9475" y="5212080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770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톡톡 건드리기(친구 있음)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만약에 이야기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책을 새로 펼치면 비용이 약 45,000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톡톡 건드리면 약 3,600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그러면 약 41,000을 아껴요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하지만 지금 책상은 1시간이라 해당 안 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책상 위의 책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그래서 친구를 켜는 게 좋을까, 끄는 게 좋을까?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끄면 좋은 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티켓을 아껴요 (괜한 톡톡이 없어요)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책은 1시간 동안 알아서 펼쳐져 있어요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쉬어도 아무 문제 없어요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켜면 생기는 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톡톡 건드릴 때마다 티켓 한 장씩 써요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그런데 아끼는 건 하나도 없어요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그냥 손해만 봐요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한 줄 정리: 친구(플러그인)를 꺼두세요. 책은 1시간 동안 알아서 펼쳐져 있으니까, 7분쯤 자리를 비워도 괜찮아요. 톡톡 건드리면 티켓만 아까워요.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Apple SD Gothic Neo"/>
              </a:rPr>
              <a:t>AX Labs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